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20"/>
  </p:notesMasterIdLst>
  <p:sldIdLst>
    <p:sldId id="256" r:id="rId2"/>
    <p:sldId id="257" r:id="rId3"/>
    <p:sldId id="258" r:id="rId4"/>
    <p:sldId id="279" r:id="rId5"/>
    <p:sldId id="280" r:id="rId6"/>
    <p:sldId id="281" r:id="rId7"/>
    <p:sldId id="282" r:id="rId8"/>
    <p:sldId id="283" r:id="rId9"/>
    <p:sldId id="284" r:id="rId10"/>
    <p:sldId id="285" r:id="rId11"/>
    <p:sldId id="286" r:id="rId12"/>
    <p:sldId id="287" r:id="rId13"/>
    <p:sldId id="288" r:id="rId14"/>
    <p:sldId id="289" r:id="rId15"/>
    <p:sldId id="290" r:id="rId16"/>
    <p:sldId id="291" r:id="rId17"/>
    <p:sldId id="292" r:id="rId18"/>
    <p:sldId id="273" r:id="rId19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029">
          <p15:clr>
            <a:srgbClr val="747775"/>
          </p15:clr>
        </p15:guide>
        <p15:guide id="2" pos="292">
          <p15:clr>
            <a:srgbClr val="747775"/>
          </p15:clr>
        </p15:guide>
        <p15:guide id="3" orient="horz" pos="2880">
          <p15:clr>
            <a:srgbClr val="747775"/>
          </p15:clr>
        </p15:guide>
        <p15:guide id="4" pos="5472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82" y="312"/>
      </p:cViewPr>
      <p:guideLst>
        <p:guide orient="horz" pos="1029"/>
        <p:guide pos="292"/>
        <p:guide orient="horz" pos="2880"/>
        <p:guide pos="547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7711456c3a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37711456c3a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091C7E19-5251-F5EC-C6DA-E8B13FA548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7E7D6C1F-819A-FEB8-5A5A-FB84B7440B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81FA88DB-6569-806D-384A-7E6E5F7CBEE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4970318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5768CE78-7EB8-F229-70EF-1E1888C18A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A1ECEA88-FC79-DA51-B6A9-FD700E27496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7CF7428D-CBF1-307E-7496-DE550844DD9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685241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555F0672-DFD3-A016-23D1-70FA76B8C8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61E7EEEA-E3A7-7042-C994-40B4AB4D12B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4802D64F-9D3F-5657-6DEB-5DEAB6B4225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168756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4AF8D5A6-5F29-FC27-4009-4101C51ADB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23C0C2B5-840F-7BCE-3948-DB479FABD9A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22AF71EB-D651-92D9-BC83-BEFBE7DC467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938860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705D0B06-E5BA-F335-932D-1473A9885B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E6980E3E-718C-DE0B-E620-04A475D0BD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FE8CF83B-D9DC-CEB5-BD3B-AD0088FD8FF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4210980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7840ED41-044F-6EE6-399D-7C8AF37D67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9C1A1729-1454-4017-525D-606B70CE5CE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034EBF85-E636-C675-74DC-F46AC10A082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3134889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BDCE1739-9653-8250-2A24-397D3ADB79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A68011BE-4349-D7B0-9AF4-3851A9F72C4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269AEE0D-2C40-6DD3-AC46-2DBEAE650E5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733557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86526504-6C0B-1A6B-0CC1-E1E8E67B9A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7A9F0FED-A81B-2C8D-CF99-60D9E3BC6F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30EE6B07-0D40-5996-576E-8D64482C441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7372825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4E95098B-B9D5-B14D-C94C-465A40D0F6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F4967BC0-118C-F3C4-DBDD-CC45EF516E9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A93FC131-2416-1E5B-F596-8F1A88421EE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1106731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0BF4B1F7-A620-1242-EC45-6FA2FA85E4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30405940-5405-4A21-9C84-7BED093AD0B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6B81C502-6BED-75C8-4130-43E507FE386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440332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9B25BC46-13D0-A8ED-FBE8-3095EFB041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5DED8D5D-C0FB-546F-6770-405982816A7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4E33221A-33EB-12D5-A568-9A8299490C5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2297448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1DD4F1AE-F5DF-4DC3-AD7E-0599F81ADF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A6AF2AB6-C181-1661-B16F-E7275FFFD72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6595FB98-56ED-9BA1-9306-4966AA6C5CA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3419895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195AD6C4-2033-3EA7-A25A-8F004F2813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E09BF039-3F68-C729-6F76-EC6C830B8D9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93441911-7EB3-2B61-DB0A-31B940B77F2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6196462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335A3E43-DD13-9D35-4957-4EEF593CDA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8215B9B2-0B36-00CF-8CAC-1C89D23082E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23F92366-6132-A676-AE0B-B382A7D85CF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7058741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378ebe71614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5" name="Google Shape;185;g378ebe71614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 dirty="0"/>
          </a:p>
        </p:txBody>
      </p:sp>
      <p:sp>
        <p:nvSpPr>
          <p:cNvPr id="14" name="Google Shape;14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5" name="Google Shape;15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3" name="Google Shape;33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4" name="Google Shape;34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7" name="Google Shape;37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1" name="Google Shape;41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2" name="Google Shape;42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3" name="Google Shape;43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6" name="Google Shape;46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9" name="Google Shape;49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0" name="Google Shape;50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hyperlink" Target="https://creativecommons.org/licenses/by/4.0/" TargetMode="Externa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" name="Google Shape;9;p1" title="logo_osp_2021_h.png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8472450" y="4731913"/>
            <a:ext cx="256225" cy="256225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0;p1"/>
          <p:cNvSpPr txBox="1"/>
          <p:nvPr/>
        </p:nvSpPr>
        <p:spPr>
          <a:xfrm>
            <a:off x="3911800" y="4703625"/>
            <a:ext cx="49872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>
                <a:solidFill>
                  <a:schemeClr val="dk2"/>
                </a:solidFill>
              </a:rPr>
              <a:t>8.04 2025.09.13.01     Copyright © 2025 MobileGIS Ltd - Licence </a:t>
            </a:r>
            <a:r>
              <a:rPr lang="en" sz="1000" u="sng" dirty="0">
                <a:solidFill>
                  <a:schemeClr val="hlink"/>
                </a:solidFill>
                <a:hlinkClick r:id="rId14"/>
              </a:rPr>
              <a:t>CC-BY 4.0</a:t>
            </a:r>
            <a:r>
              <a:rPr lang="en" sz="1000" dirty="0">
                <a:solidFill>
                  <a:schemeClr val="dk2"/>
                </a:solidFill>
              </a:rPr>
              <a:t> </a:t>
            </a:r>
            <a:endParaRPr sz="1000" dirty="0">
              <a:solidFill>
                <a:schemeClr val="dk2"/>
              </a:solidFill>
            </a:endParaRPr>
          </a:p>
        </p:txBody>
      </p:sp>
      <p:sp>
        <p:nvSpPr>
          <p:cNvPr id="11" name="Google Shape;11;p1"/>
          <p:cNvSpPr txBox="1"/>
          <p:nvPr/>
        </p:nvSpPr>
        <p:spPr>
          <a:xfrm>
            <a:off x="469600" y="4515525"/>
            <a:ext cx="34422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b="1">
              <a:solidFill>
                <a:srgbClr val="FF0000"/>
              </a:solidFill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3"/>
          <p:cNvSpPr txBox="1">
            <a:spLocks noGrp="1"/>
          </p:cNvSpPr>
          <p:nvPr>
            <p:ph type="ctrTitle"/>
          </p:nvPr>
        </p:nvSpPr>
        <p:spPr>
          <a:xfrm>
            <a:off x="463500" y="744575"/>
            <a:ext cx="8223300" cy="92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4800" dirty="0">
                <a:latin typeface="Calibri"/>
                <a:ea typeface="Calibri"/>
                <a:cs typeface="Calibri"/>
                <a:sym typeface="Calibri"/>
              </a:rPr>
              <a:t>Pose Representation</a:t>
            </a:r>
            <a:endParaRPr sz="8600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13"/>
          <p:cNvSpPr txBox="1">
            <a:spLocks noGrp="1"/>
          </p:cNvSpPr>
          <p:nvPr>
            <p:ph type="subTitle" idx="1"/>
          </p:nvPr>
        </p:nvSpPr>
        <p:spPr>
          <a:xfrm>
            <a:off x="463500" y="2834125"/>
            <a:ext cx="8223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770"/>
              <a:buNone/>
            </a:pPr>
            <a:r>
              <a:rPr lang="en" sz="2060" dirty="0">
                <a:latin typeface="Calibri"/>
                <a:ea typeface="Calibri"/>
                <a:cs typeface="Calibri"/>
                <a:sym typeface="Calibri"/>
              </a:rPr>
              <a:t>Formalisms for the three Pose types and their decorations.</a:t>
            </a:r>
            <a:endParaRPr sz="2060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13"/>
          <p:cNvSpPr txBox="1"/>
          <p:nvPr/>
        </p:nvSpPr>
        <p:spPr>
          <a:xfrm>
            <a:off x="0" y="0"/>
            <a:ext cx="3000000" cy="80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/>
          </a:p>
          <a:p>
            <a:pPr marL="45720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4"/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alibri"/>
                <a:ea typeface="Calibri"/>
                <a:cs typeface="Calibri"/>
                <a:sym typeface="Calibri"/>
              </a:rPr>
              <a:t>TLDR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/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Representation-01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DB2681-5098-1E33-7EC2-1F09C46E4DB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CEA89F42-78BB-21F9-5FBA-15A1916864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75E6D264-064E-6406-F5ED-F2678251D39C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Representation-01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3224584-B7B2-9975-0445-976AB4A91DE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13536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38534D71-F4EC-0809-F20E-726AC0B23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A50F892A-8093-0AEE-68D9-AE7F2E397C7F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Representation-01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553426E-95F7-5C82-01C7-6393558F86F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27745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E4889662-CD83-CBEF-E1ED-0DCCCB6831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74E835E0-CA95-F9D1-016F-2FC64E717900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Representation-01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8F4114B-4728-A46E-FC0B-DF63C82986F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32121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8A8E3DA5-B668-FC2B-F492-EB8EC4C9D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17CF393A-F088-032F-E78B-1627663A0400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Representation-01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1BD6E5-A984-B94D-6215-2F81D39D14A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75806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975AACE5-DD47-649C-B4C4-77D87DB842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71DB69DF-4227-13C5-E397-0C1C2688016E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Representation-01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2276DF3-A423-C041-1F51-87C11F512CF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29620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D40C9DFB-041B-1A6A-25B4-D8E52B5A3D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7C5241A9-E736-9972-289D-6721844EE792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Representation-01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CCA28EA-3FF8-967F-F08A-E954C69E5F7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71246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8A2676C8-E12F-8DF3-6378-7132729125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B287DD68-9CC4-E70C-A014-10715CB50530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Representation-01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A670715-AAEF-2B1A-EF53-08917C2F2BB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62296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B26C5146-CFB9-F29E-B3F3-9AAB9C727C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CE4DB471-478F-113B-AE80-BD21982B282B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Representation-01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B0A0929-4F53-7DCA-A2B8-532B9A07E35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83730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2DD77329-34E0-1001-0E30-35B7325E70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375F6026-90EE-BBBE-30A5-A456607C5426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Representation-01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E32FA2C-F234-24F6-C000-1F3A5BDD813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58325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EACA69A0-F379-9F5A-5ED7-6ECD1F6123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55B82C80-5D7A-20C2-498B-6EDD85E3535A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Representation-01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EC2D9E3-48F7-2BE8-73DD-0844B8C1F97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84021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DDFC5E54-3225-1645-1847-C46AC9F35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3B1CE385-DA02-535A-F574-24D8ACFEF617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Representation-01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EDA6AD7-EBE3-E308-F613-D02500A0D21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57089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AF7BE0CA-F09D-907A-86C7-A6054EE1CA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866AD0A2-1342-41DF-492D-C6DC86BB6DBD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Representation-01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AA9F3E-E4CB-DE29-AA0A-CF71A572643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57054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EE3039C5-FA39-179E-4BC0-0E47315805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601F0F7D-F2AA-3AAB-839D-53B9F7487117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Representation-01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0AE4744-81CC-F9A9-CA41-587C94DB28E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937258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D1544E4C-9D05-B658-408D-56257B69C3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AD3A99B6-E6B6-9294-F44A-5B4915EEEC27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Representation-01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58C6AD6-FA09-8CF5-E2FE-EDA34DDD934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120851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0"/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alibri"/>
                <a:ea typeface="Calibri"/>
                <a:cs typeface="Calibri"/>
                <a:sym typeface="Calibri"/>
              </a:rPr>
              <a:t>References: Overview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31</Words>
  <Application>Microsoft Office PowerPoint</Application>
  <PresentationFormat>On-screen Show (16:9)</PresentationFormat>
  <Paragraphs>19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Simple Light</vt:lpstr>
      <vt:lpstr>Pose Representation</vt:lpstr>
      <vt:lpstr>TLDR</vt:lpstr>
      <vt:lpstr>Representation-01</vt:lpstr>
      <vt:lpstr>Representation-01</vt:lpstr>
      <vt:lpstr>Representation-01</vt:lpstr>
      <vt:lpstr>Representation-01</vt:lpstr>
      <vt:lpstr>Representation-01</vt:lpstr>
      <vt:lpstr>Representation-01</vt:lpstr>
      <vt:lpstr>Representation-01</vt:lpstr>
      <vt:lpstr>Representation-01</vt:lpstr>
      <vt:lpstr>Representation-01</vt:lpstr>
      <vt:lpstr>Representation-01</vt:lpstr>
      <vt:lpstr>Representation-01</vt:lpstr>
      <vt:lpstr>Representation-01</vt:lpstr>
      <vt:lpstr>Representation-01</vt:lpstr>
      <vt:lpstr>Representation-01</vt:lpstr>
      <vt:lpstr>Representation-01</vt:lpstr>
      <vt:lpstr>References: Overview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Carl S Smyth</dc:creator>
  <cp:lastModifiedBy>Steve Smyth</cp:lastModifiedBy>
  <cp:revision>2</cp:revision>
  <dcterms:modified xsi:type="dcterms:W3CDTF">2025-09-14T04:47:48Z</dcterms:modified>
</cp:coreProperties>
</file>