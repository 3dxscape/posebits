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9">
          <p15:clr>
            <a:srgbClr val="747775"/>
          </p15:clr>
        </p15:guide>
        <p15:guide id="2" pos="292">
          <p15:clr>
            <a:srgbClr val="747775"/>
          </p15:clr>
        </p15:guide>
        <p15:guide id="3" orient="horz" pos="2880">
          <p15:clr>
            <a:srgbClr val="747775"/>
          </p15:clr>
        </p15:guide>
        <p15:guide id="4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312"/>
      </p:cViewPr>
      <p:guideLst>
        <p:guide orient="horz" pos="1029"/>
        <p:guide pos="292"/>
        <p:guide orient="horz"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711456c3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711456c3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91C7E19-5251-F5EC-C6DA-E8B13FA5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E7D6C1F-819A-FEB8-5A5A-FB84B7440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81FA88DB-6569-806D-384A-7E6E5F7CB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70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768CE78-7EB8-F229-70EF-1E1888C1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1ECEA88-FC79-DA51-B6A9-FD700E274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7CF7428D-CBF1-307E-7496-DE550844D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52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55F0672-DFD3-A016-23D1-70FA76B8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61E7EEEA-E3A7-7042-C994-40B4AB4D1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802D64F-9D3F-5657-6DEB-5DEAB6B42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87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AF8D5A6-5F29-FC27-4009-4101C51A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23C0C2B5-840F-7BCE-3948-DB479FAB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2AF71EB-D651-92D9-BC83-BEFBE7DC4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88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05D0B06-E5BA-F335-932D-1473A988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6980E3E-718C-DE0B-E620-04A475D0B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FE8CF83B-D9DC-CEB5-BD3B-AD0088FD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109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840ED41-044F-6EE6-399D-7C8AF37D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9C1A1729-1454-4017-525D-606B70CE5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034EBF85-E636-C675-74DC-F46AC10A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348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DCE1739-9653-8250-2A24-397D3ADB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8011BE-4349-D7B0-9AF4-3851A9F72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69AEE0D-2C40-6DD3-AC46-2DBEAE650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35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6526504-6C0B-1A6B-0CC1-E1E8E67B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A9F0FED-A81B-2C8D-CF99-60D9E3BC6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30EE6B07-0D40-5996-576E-8D64482C4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72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E95098B-B9D5-B14D-C94C-465A40D0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F4967BC0-118C-F3C4-DBDD-CC45EF516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A93FC131-2416-1E5B-F596-8F1A88421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067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BF4B1F7-A620-1242-EC45-6FA2FA85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30405940-5405-4A21-9C84-7BED093AD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B81C502-6BED-75C8-4130-43E507FE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0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B25BC46-13D0-A8ED-FBE8-3095EFB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5DED8D5D-C0FB-546F-6770-405982816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E33221A-33EB-12D5-A568-9A8299490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974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DD4F1AE-F5DF-4DC3-AD7E-0599F81A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AF2AB6-C181-1661-B16F-E7275FFF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595FB98-56ED-9BA1-9306-4966AA6C5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198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95AD6C4-2033-3EA7-A25A-8F004F28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09BF039-3F68-C729-6F76-EC6C830B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93441911-7EB3-2B61-DB0A-31B940B77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964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35A3E43-DD13-9D35-4957-4EEF593C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8215B9B2-0B36-00CF-8CAC-1C89D2308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3F92366-6132-A676-AE0B-B382A7D8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87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8ebe716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8ebe7161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osp_2021_h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72450" y="4731913"/>
            <a:ext cx="256225" cy="2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3911800" y="4703625"/>
            <a:ext cx="498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8.04 2025.09.13.01     Copyright © 2025 MobileGIS Ltd - Licence </a:t>
            </a:r>
            <a:r>
              <a:rPr lang="en" sz="1000" u="sng" dirty="0">
                <a:solidFill>
                  <a:schemeClr val="hlink"/>
                </a:solidFill>
                <a:hlinkClick r:id="rId14"/>
              </a:rPr>
              <a:t>CC-BY 4.0</a:t>
            </a:r>
            <a:r>
              <a:rPr lang="en" sz="1000" dirty="0">
                <a:solidFill>
                  <a:schemeClr val="dk2"/>
                </a:solidFill>
              </a:rPr>
              <a:t> 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69600" y="4515525"/>
            <a:ext cx="3442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63500" y="744575"/>
            <a:ext cx="8223300" cy="92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dirty="0">
                <a:latin typeface="Calibri"/>
                <a:ea typeface="Calibri"/>
                <a:cs typeface="Calibri"/>
                <a:sym typeface="Calibri"/>
              </a:rPr>
              <a:t>Pose Representation</a:t>
            </a:r>
            <a:endParaRPr sz="8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63500" y="2834125"/>
            <a:ext cx="822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60" dirty="0">
                <a:latin typeface="Calibri"/>
                <a:ea typeface="Calibri"/>
                <a:cs typeface="Calibri"/>
                <a:sym typeface="Calibri"/>
              </a:rPr>
              <a:t>Formalisms for the three Pose types and their decorations.</a:t>
            </a:r>
            <a:endParaRPr sz="206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TLDR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B2681-5098-1E33-7EC2-1F09C46E4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EA89F42-78BB-21F9-5FBA-15A19168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E6D264-064E-6406-F5ED-F2678251D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24584-B7B2-9975-0445-976AB4A91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8534D71-F4EC-0809-F20E-726AC0B2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50F892A-8093-0AEE-68D9-AE7F2E397C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426E-95F7-5C82-01C7-6393558F8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7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4889662-CD83-CBEF-E1ED-0DCCCB68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4E835E0-CA95-F9D1-016F-2FC64E7179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4114B-4728-A46E-FC0B-DF63C8298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8E3DA5-B668-FC2B-F492-EB8EC4C9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CF393A-F088-032F-E78B-1627663A04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D6E5-A984-B94D-6215-2F81D39D1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975AACE5-DD47-649C-B4C4-77D87DB8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1DB69DF-4227-13C5-E397-0C1C2688016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76DF3-A423-C041-1F51-87C11F512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40C9DFB-041B-1A6A-25B4-D8E52B5A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C5241A9-E736-9972-289D-6721844EE79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A28EA-3FF8-967F-F08A-E954C69E5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2676C8-E12F-8DF3-6378-71327291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87DD68-9CC4-E70C-A014-10715CB50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70715-AAEF-2B1A-EF53-08917C2F2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2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26C5146-CFB9-F29E-B3F3-9AAB9C7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E4DB471-478F-113B-AE80-BD21982B28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A0929-4F53-7DCA-A2B8-532B9A07E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DD77329-34E0-1001-0E30-35B7325E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75F6026-90EE-BBBE-30A5-A456607C54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2FA2C-F234-24F6-C000-1F3A5BDD8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ACA69A0-F379-9F5A-5ED7-6ECD1F6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5B82C80-5D7A-20C2-498B-6EDD85E353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2D9E3-48F7-2BE8-73DD-0844B8C1F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0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DFC5E54-3225-1645-1847-C46AC9F3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B1CE385-DA02-535A-F574-24D8ACFEF6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A6AD7-EBE3-E308-F613-D02500A0D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0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F7BE0CA-F09D-907A-86C7-A6054EE1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66AD0A2-1342-41DF-492D-C6DC86BB6D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9F3E-E4CB-DE29-AA0A-CF71A5726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0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E3039C5-FA39-179E-4BC0-0E47315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01F0F7D-F2AA-3AAB-839D-53B9F74871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4744-81CC-F9A9-CA41-587C94DB2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72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1544E4C-9D05-B658-408D-56257B69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D3A99B6-E6B6-9294-F44A-5B4915EEEC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C6AD6-FA09-8CF5-E2FE-EDA34DDD9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08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References: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</Words>
  <Application>Microsoft Office PowerPoint</Application>
  <PresentationFormat>On-screen Show (16:9)</PresentationFormat>
  <Paragraphs>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Simple Light</vt:lpstr>
      <vt:lpstr>Pose Representation</vt:lpstr>
      <vt:lpstr>TLDR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References: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 S Smyth</dc:creator>
  <cp:lastModifiedBy>Steve Smyth</cp:lastModifiedBy>
  <cp:revision>2</cp:revision>
  <dcterms:modified xsi:type="dcterms:W3CDTF">2025-09-14T04:48:09Z</dcterms:modified>
</cp:coreProperties>
</file>