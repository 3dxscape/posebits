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6" y="298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u="sng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TLDR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Connecting to an Externally-defined Reference Frame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What is an externally defined coordinate reference system?</a:t>
            </a:r>
          </a:p>
          <a:p>
            <a:r>
              <a:rPr lang="en-US" dirty="0"/>
              <a:t>Who defines them?</a:t>
            </a:r>
          </a:p>
          <a:p>
            <a:r>
              <a:rPr lang="en-US" dirty="0"/>
              <a:t>What do you gain by linking a Pose to an externally defined CRS?</a:t>
            </a:r>
          </a:p>
          <a:p>
            <a:r>
              <a:rPr lang="en-US" dirty="0"/>
              <a:t>How do you make the linkage</a:t>
            </a:r>
          </a:p>
          <a:p>
            <a:r>
              <a:rPr lang="en-US" dirty="0"/>
              <a:t>What are some problems in making the linkage?</a:t>
            </a:r>
          </a:p>
          <a:p>
            <a:r>
              <a:rPr lang="en-US" dirty="0"/>
              <a:t>Pose chains and </a:t>
            </a:r>
            <a:r>
              <a:rPr lang="en-US"/>
              <a:t>Pose graphs</a:t>
            </a:r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Geo</a:t>
            </a: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98</Words>
  <Application>Microsoft Office PowerPoint</Application>
  <PresentationFormat>On-screen Show (16:9)</PresentationFormat>
  <Paragraphs>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GeoPose</vt:lpstr>
      <vt:lpstr>TLDR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Geo-01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3</cp:revision>
  <dcterms:modified xsi:type="dcterms:W3CDTF">2025-09-16T01:02:18Z</dcterms:modified>
</cp:coreProperties>
</file>