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86" y="298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Standards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Standards enable communication of Pose.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Standards-01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dirty="0"/>
              <a:t>Standards enable communication.</a:t>
            </a:r>
          </a:p>
          <a:p>
            <a:r>
              <a:rPr lang="en-US" dirty="0"/>
              <a:t>Both concepts and expressions of Pose content can be standardized.</a:t>
            </a:r>
          </a:p>
          <a:p>
            <a:r>
              <a:rPr lang="en-US" dirty="0"/>
              <a:t>Standardization of concepts extends beyond a single domain,</a:t>
            </a:r>
          </a:p>
          <a:p>
            <a:r>
              <a:rPr lang="en-US" dirty="0"/>
              <a:t>Stardardization of data elements – data types and classes – enables interoperation</a:t>
            </a:r>
          </a:p>
          <a:p>
            <a:r>
              <a:rPr lang="en-US" dirty="0"/>
              <a:t>Primitive data types</a:t>
            </a:r>
          </a:p>
          <a:p>
            <a:r>
              <a:rPr lang="en-US" dirty="0" err="1"/>
              <a:t>Semanticized</a:t>
            </a:r>
            <a:r>
              <a:rPr lang="en-US" dirty="0"/>
              <a:t> data types</a:t>
            </a:r>
          </a:p>
          <a:p>
            <a:r>
              <a:rPr lang="en-US" dirty="0"/>
              <a:t>Classes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Standards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84</Words>
  <Application>Microsoft Office PowerPoint</Application>
  <PresentationFormat>On-screen Show (16:9)</PresentationFormat>
  <Paragraphs>26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Pose Standards</vt:lpstr>
      <vt:lpstr>TLDR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Standards-01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3</cp:revision>
  <dcterms:modified xsi:type="dcterms:W3CDTF">2025-09-16T00:41:44Z</dcterms:modified>
</cp:coreProperties>
</file>