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Representation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</Words>
  <Application>Microsoft Office PowerPoint</Application>
  <PresentationFormat>On-screen Show (16:9)</PresentationFormat>
  <Paragraphs>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Representation</vt:lpstr>
      <vt:lpstr>TLDR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2</cp:revision>
  <dcterms:modified xsi:type="dcterms:W3CDTF">2025-09-14T04:45:34Z</dcterms:modified>
</cp:coreProperties>
</file>