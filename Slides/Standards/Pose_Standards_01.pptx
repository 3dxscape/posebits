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79" r:id="rId5"/>
    <p:sldId id="280" r:id="rId6"/>
    <p:sldId id="293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73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302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8CC045E-63D1-5CE1-4532-187D9E15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BD706F40-F7C3-1245-7E24-7E63AC631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D411ADC-EDF7-5A84-EEBF-E10D00BAB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55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(Geo)Pose and Standards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Standards enable communication of Pose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Standards-01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Standards enable communication.</a:t>
            </a:r>
          </a:p>
          <a:p>
            <a:r>
              <a:rPr lang="en-US" sz="1200" dirty="0"/>
              <a:t>Both concepts and expressions of Pose content can be standardized.</a:t>
            </a:r>
          </a:p>
          <a:p>
            <a:r>
              <a:rPr lang="en-US" sz="1200" dirty="0"/>
              <a:t>Standardization of concepts extends beyond a single domain,</a:t>
            </a:r>
          </a:p>
          <a:p>
            <a:r>
              <a:rPr lang="en-US" sz="1200" dirty="0"/>
              <a:t>Standardization of data elements – data types and classes – enables interoperation</a:t>
            </a:r>
          </a:p>
          <a:p>
            <a:r>
              <a:rPr lang="en-US" sz="1200" dirty="0"/>
              <a:t>Primitive data types</a:t>
            </a:r>
          </a:p>
          <a:p>
            <a:r>
              <a:rPr lang="en-US" sz="1200" dirty="0" err="1"/>
              <a:t>Semanticized</a:t>
            </a:r>
            <a:r>
              <a:rPr lang="en-US" sz="1200" dirty="0"/>
              <a:t> data types</a:t>
            </a:r>
          </a:p>
          <a:p>
            <a:r>
              <a:rPr lang="en-US" sz="1200" dirty="0"/>
              <a:t>Classes </a:t>
            </a:r>
          </a:p>
          <a:p>
            <a:r>
              <a:rPr lang="en-US" sz="1200" dirty="0"/>
              <a:t>Example: </a:t>
            </a:r>
            <a:r>
              <a:rPr lang="en-US" sz="1200" dirty="0" err="1"/>
              <a:t>glTF</a:t>
            </a:r>
            <a:r>
              <a:rPr lang="en-US" sz="1200" dirty="0"/>
              <a:t> Geolocation, Orientation, and Bounds proposal.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Example: Khronos </a:t>
            </a:r>
            <a:r>
              <a:rPr lang="en-US" sz="4400" dirty="0" err="1"/>
              <a:t>glTF</a:t>
            </a:r>
            <a:r>
              <a:rPr lang="en-US" sz="4400" dirty="0"/>
              <a:t> 2.0</a:t>
            </a:r>
            <a:endParaRPr sz="4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550" y="1633538"/>
            <a:ext cx="8223250" cy="2938461"/>
          </a:xfrm>
        </p:spPr>
        <p:txBody>
          <a:bodyPr>
            <a:normAutofit/>
          </a:bodyPr>
          <a:lstStyle/>
          <a:p>
            <a:pPr indent="0" algn="l"/>
            <a:r>
              <a:rPr lang="en-US" sz="2000" dirty="0"/>
              <a:t>An OGC </a:t>
            </a:r>
            <a:r>
              <a:rPr lang="en-US" sz="2000" dirty="0" err="1"/>
              <a:t>GeoPose</a:t>
            </a:r>
            <a:r>
              <a:rPr lang="en-US" sz="2000" dirty="0"/>
              <a:t> 1.0 Basic </a:t>
            </a:r>
            <a:r>
              <a:rPr lang="en-US" sz="2000" dirty="0" err="1"/>
              <a:t>GeoPose</a:t>
            </a:r>
            <a:r>
              <a:rPr lang="en-US" sz="2000" dirty="0"/>
              <a:t> can geolocate and orient elements of the </a:t>
            </a:r>
            <a:r>
              <a:rPr lang="en-US" sz="2000" dirty="0" err="1"/>
              <a:t>glTF</a:t>
            </a:r>
            <a:r>
              <a:rPr lang="en-US" sz="2000" dirty="0"/>
              <a:t> </a:t>
            </a:r>
            <a:r>
              <a:rPr lang="en-US" sz="2000" dirty="0" err="1"/>
              <a:t>scenegraph</a:t>
            </a:r>
            <a:r>
              <a:rPr lang="en-US" sz="2000" dirty="0"/>
              <a:t>. The most basic element is the Scene and </a:t>
            </a:r>
            <a:r>
              <a:rPr lang="en-US" sz="2000" dirty="0" err="1"/>
              <a:t>glTF</a:t>
            </a:r>
            <a:r>
              <a:rPr lang="en-US" sz="2000" dirty="0"/>
              <a:t> has an extension mechanism that enables definition of a standard way to do this.</a:t>
            </a:r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76D291F-F8B0-C377-8094-D19663F8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DCD2E5F-A7FF-209F-B39D-240C99F044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Example: Khronos </a:t>
            </a:r>
            <a:r>
              <a:rPr lang="en-US" sz="4400" dirty="0" err="1"/>
              <a:t>glTF</a:t>
            </a:r>
            <a:r>
              <a:rPr lang="en-US" sz="4400" dirty="0"/>
              <a:t> Geolocation, Orientation, and Bounds proposal</a:t>
            </a:r>
            <a:endParaRPr sz="4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90707-FA0F-F50C-48B7-1041B637B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E53B7-5FBF-F7ED-F13F-F3A1AEA54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236" y="1574273"/>
            <a:ext cx="2842506" cy="3162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B09CDD-9CE3-29D0-28E6-19AA9224C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18" y="1876486"/>
            <a:ext cx="2804403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0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152</Words>
  <Application>Microsoft Office PowerPoint</Application>
  <PresentationFormat>On-screen Show (16:9)</PresentationFormat>
  <Paragraphs>29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Simple Light</vt:lpstr>
      <vt:lpstr>(Geo)Pose and Standards</vt:lpstr>
      <vt:lpstr>TLDR</vt:lpstr>
      <vt:lpstr>Standards-01</vt:lpstr>
      <vt:lpstr>Standards-01</vt:lpstr>
      <vt:lpstr>Example: Khronos glTF 2.0</vt:lpstr>
      <vt:lpstr>Example: Khronos glTF Geolocation, Orientation, and Bounds proposal</vt:lpstr>
      <vt:lpstr>Standards-01</vt:lpstr>
      <vt:lpstr>Standards-01</vt:lpstr>
      <vt:lpstr>Standards-01</vt:lpstr>
      <vt:lpstr>Standards-01</vt:lpstr>
      <vt:lpstr>Standards-01</vt:lpstr>
      <vt:lpstr>Standards-01</vt:lpstr>
      <vt:lpstr>Standards-01</vt:lpstr>
      <vt:lpstr>Standards-01</vt:lpstr>
      <vt:lpstr>Standards-01</vt:lpstr>
      <vt:lpstr>Standards-01</vt:lpstr>
      <vt:lpstr>Standards-01</vt:lpstr>
      <vt:lpstr>Standards-01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4</cp:revision>
  <dcterms:modified xsi:type="dcterms:W3CDTF">2025-10-15T14:22:51Z</dcterms:modified>
</cp:coreProperties>
</file>